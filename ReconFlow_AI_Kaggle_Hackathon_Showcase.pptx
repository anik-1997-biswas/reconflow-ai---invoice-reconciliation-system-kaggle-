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ReconFlow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Multi-Agent Invoice Reconciliation System</a:t>
            </a:r>
          </a:p>
          <a:p>
            <a:r>
              <a:t>Kaggle Hackathon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AI-powered Procure-to-Pay automation using multi-agent orchestration, tool calling, RAG-style policy retrieval, explainable AI and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Invoice Extraction Agent</a:t>
            </a:r>
            <a:br/>
            <a:r>
              <a:t>• PO Matching Agent</a:t>
            </a:r>
            <a:br/>
            <a:r>
              <a:t>• Tool Planner &amp; Executor</a:t>
            </a:r>
            <a:br/>
            <a:r>
              <a:t>• Policy Intelligence (RAG)</a:t>
            </a:r>
            <a:br/>
            <a:r>
              <a:t>• Decision Agent</a:t>
            </a:r>
            <a:br/>
            <a:r>
              <a:t>• Email Agent</a:t>
            </a:r>
            <a:br/>
            <a:r>
              <a:t>• Analytics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 → Extract → PO Lookup → Vendor Validation → Amount Validation → Policy Retrieval → Decision → Notification →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Planner-Executor</a:t>
            </a:r>
            <a:br/>
            <a:r>
              <a:t>• Tool Calling</a:t>
            </a:r>
            <a:br/>
            <a:r>
              <a:t>• Explainable AI</a:t>
            </a:r>
            <a:br/>
            <a:r>
              <a:t>• Audit Logs</a:t>
            </a:r>
            <a:br/>
            <a:r>
              <a:t>• Fraud Detection</a:t>
            </a:r>
            <a:br/>
            <a:r>
              <a:t>• Human-in-the-loop</a:t>
            </a:r>
            <a:br/>
            <a:r>
              <a:t>• Streamlit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100% automated pipeline (simulated)</a:t>
            </a:r>
            <a:br/>
            <a:r>
              <a:t>• 70–80% manual effort reduction</a:t>
            </a:r>
            <a:br/>
            <a:r>
              <a:t>• Multi-layer validation</a:t>
            </a:r>
            <a:br/>
            <a:r>
              <a:t>• Real-time analytics</a:t>
            </a:r>
            <a:br/>
            <a:r>
              <a:t>• Traceable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High Availability</a:t>
            </a:r>
            <a:br/>
            <a:r>
              <a:t>Disaster Recovery</a:t>
            </a:r>
            <a:br/>
            <a:r>
              <a:t>CPU/Memory Monitoring</a:t>
            </a:r>
            <a:br/>
            <a:r>
              <a:t>Observability</a:t>
            </a:r>
            <a:br/>
            <a:r>
              <a:t>Scalable Deployment</a:t>
            </a:r>
            <a:br/>
            <a:r>
              <a:t>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  <a:br/>
            <a:r>
              <a:t>Multi-Agent AI</a:t>
            </a:r>
            <a:br/>
            <a:r>
              <a:t>Streamlit</a:t>
            </a:r>
            <a:br/>
            <a:r>
              <a:t>SQLite</a:t>
            </a:r>
            <a:br/>
            <a:r>
              <a:t>Docker</a:t>
            </a:r>
            <a:br/>
            <a:r>
              <a:t>RAG</a:t>
            </a:r>
            <a:br/>
            <a:r>
              <a:t>Planner-Executor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SAP Integration</a:t>
            </a:r>
            <a:br/>
            <a:r>
              <a:t>Kafka</a:t>
            </a:r>
            <a:br/>
            <a:r>
              <a:t>LangGraph</a:t>
            </a:r>
            <a:br/>
            <a:r>
              <a:t>Kubernetes</a:t>
            </a:r>
            <a:br/>
            <a:r>
              <a:t>Vector DB</a:t>
            </a:r>
            <a:br/>
            <a:r>
              <a:t>Advanced Fraud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